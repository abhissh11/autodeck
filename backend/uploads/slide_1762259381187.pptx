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Title Slide: The Future is Now (and Competitive!)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**Tech Job Market in 2025: Trends and Challenges for New Graduates**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Presented by: [Your Name/Presentation Team]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Date: [Date]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2: The Landscape: Key Macro Trends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**Growth Sectors:**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Artificial Intelligence (AI) and Machine Learning (ML)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Cybersecurity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Cloud Computing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Data Science and Analytics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Green Tech &amp; Sustainability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**Driving Forces:**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4572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Digital Transformation accelerating across industries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5029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Increased automation and remote work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5486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Global interconnectedness and competition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5943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Evolving consumer expectations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3: Emerging Technologies Shaping the Market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**AI and Machine Learning Dominance:**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Focus on generative AI, model deployment, and ethical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**Quantum Computing:**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Early stages, but increasing demand for specialized skills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**Web3 and Blockchain:**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Decentralized applications, NFTs, and metaverse development (though potentially volatile)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**Edge Computing:**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4572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Processing data closer to the source for faster response times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5029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**Internet of Things (IoT):**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5486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Expanding applications in smart cities, healthcare, and manufacturing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4: In-Demand Skills for 2025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**Hard Skills:**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AI/ML Engineering, Data Science, Cloud Architecture, Cybersecurity, Full-Stack Development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Specific Programming Languages: Python, Java, JavaScript, Go, Rust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DevOps and Automation tools (e.g., Docker, Kubernetes, Ansible)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Data visualization and storytelling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**Soft Skills (Equally Important!):**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Critical Thinking and Problem Solving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4572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Communication and Collaboration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5029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Adaptability and Learning Agility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5486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Creativity and Innovation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5: The Competition is Fierce: Challenges for New Graduates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**Oversaturation of Entry-Level Applicants:**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High number of graduates competing for limited positions.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**Gap Between Academic Knowledge and Industry Needs:**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Companies prioritizing practical experience and project-based learning.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**Rapid Technological Advancement:**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Constant need to upskill and reskill to stay relevant.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**Increased Emphasis on Soft Skills:**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4572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Technical proficiency alone is no longer enough; communication and teamwork are crucial.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5029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**Remote Work Dynamics:**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5486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Navigating remote teams and building connections virtually can be challenging for newcomers.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6: The Skills Gap - Digging Deeper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**The 'Experience Paradox':** Requiring years of experience for entry-level roles.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**Lack of Industry-Relevant Projects in Curriculum:**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Theory vs. practical application.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**Insufficient Focus on Emerging Technologies:**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Curriculum lagging behind industry innovation.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**Limited Opportunities for Hands-on Training and Internships:**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Gaining real-world experience is critical.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7: Strategies for Success: Bridging the Gap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**Focus on Practical Skills:**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Participate in coding bootcamps, online courses, and personal projects.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**Build a Strong Portfolio:**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Showcase projects on GitHub, contribute to open-source projects.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**Network Strategically:**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Attend industry events, connect with professionals on LinkedIn.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**Gain Internship Experience:**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4572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Even unpaid internships can be valuable for gaining experience.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5029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**Continuously Learn and Adapt:**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5486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Stay updated on the latest technologies and trends.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5943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**Develop Your Soft Skills:**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6400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Practice communication, teamwork, and problem-solving skills.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8:  Actionable Steps to Prepare Now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**Identify Your Niche:** Focus on a specific area within tech.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**Build Your Online Presence:** Create a professional LinkedIn profile and portfolio website.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**Contribute to Open Source Projects:** Demonstrate your skills and collaborate with others.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**Seek Mentorship:** Connect with experienced professionals for guidance.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**Practice Your Interview Skills:** Prepare for technical and behavioral questions.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**Research Companies Thoroughly:** Understand their culture and values.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9:  The Future is Bright: Opportunities Abound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Despite the challenges, the tech industry offers tremendous opportunities for skilled and adaptable graduates.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Focus on continuous learning, building a strong portfolio, and networking effectively.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Embrace the challenges and be prepared to adapt to the ever-changing landscape.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The demand for tech talent will continue to grow in the coming years.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10: Q&amp;A and Discussion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Questions?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Let's Discuss!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2025-11-04T12:29:41Z</dcterms:created>
  <dcterms:modified xsi:type="dcterms:W3CDTF">2025-11-04T12:29:41Z</dcterms:modified>
</cp:coreProperties>
</file>