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Bangalore: An 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Officially known as Bengaluru, the capital of Karnataka.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Nicknamed the 'Silicon Valley of India'.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A vibrant and cosmopolitan city known for its tech industry, gardens, and pleasant climate.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A major economic and cultural hub.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The Rise of Bangalore as a Tech Hub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Historical roots: Early government investments in research and development institutions (e.g., IISc, HAL).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Liberalization in the 1990s: Opened doors to foreign investment and private sector growth.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Availability of skilled workforce: Engineering colleges producing a large pool of talent.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Lower operating costs compared to Western countries: Attracted multinational corporations (MNCs).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Key Tech Sectors in Bangalore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Information Technology (IT) and Software Development: Home to major IT giants like Infosys, Wipro, TCS.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Electronics and Hardware Manufacturing: Presence of semiconductor companies and electronics manufacturers.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Biotechnology: Growing biotech industry with research institutions and startups.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Aerospace: Significant presence in the aerospace sector due to HAL and other related industries.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Major Tech Companies and Startups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Multinational Corporations (MNCs): Microsoft, Google, Amazon, IBM, Oracle, Accenture.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Indian IT Giants: Infosys, Wipro, TCS, HCLTech.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Thriving Startup Ecosystem: Flipkart, Ola, Swiggy, Byju's, and numerous emerging startups.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Incubation and Acceleration Programs: Support and funding for early-stage companies.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The Impact on Bangalore's Economy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Significant contribution to India's GDP.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Job creation across various sectors.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Attracts foreign direct investment (FDI).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Growth of supporting industries (e.g., real estate, hospitality, retail).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Challenges and Opportunities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Infrastructure challenges: Traffic congestion, water scarcity, waste management.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Rising cost of living.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Competition for talent.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Opportunities: Continued growth in emerging technologies (AI, ML, Cloud computing).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Developing a more sustainable and inclusive ecosystem.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Improving infrastructure to support future growth.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Bangalore's Tech Future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Continued innovation and growth in existing and emerging technologies.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Expansion into new sectors and industries.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Strengthening the startup ecosystem.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Becoming a global leader in technological advancements.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Attracting and retaining top talent from around the world.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Bangalore remains a dynamic and vibrant city, and the leading tech hub in India.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Its continued success depends on addressing challenges and capitalizing on opportunities.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The city's entrepreneurial spirit and skilled workforce will continue to drive innovation and growth.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Bangalore's future as a global technology leader looks promising.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2025-11-04T12:46:07Z</dcterms:created>
  <dcterms:modified xsi:type="dcterms:W3CDTF">2025-11-04T12:46:07Z</dcterms:modified>
</cp:coreProperties>
</file>